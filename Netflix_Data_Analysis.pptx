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33333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220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A0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D0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AA30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BA0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United Kingdom</c:v>
                  </c:pt>
                  <c:pt idx="3">
                    <c:v>Japan</c:v>
                  </c:pt>
                  <c:pt idx="4">
                    <c:v>South Korea</c:v>
                  </c:pt>
                  <c:pt idx="5">
                    <c:v>Canada</c:v>
                  </c:pt>
                  <c:pt idx="6">
                    <c:v>France</c:v>
                  </c:pt>
                  <c:pt idx="7">
                    <c:v>Spain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3240</c:v>
                </c:pt>
                <c:pt idx="1">
                  <c:v>972</c:v>
                </c:pt>
                <c:pt idx="2">
                  <c:v>635</c:v>
                </c:pt>
                <c:pt idx="3">
                  <c:v>318</c:v>
                </c:pt>
                <c:pt idx="4">
                  <c:v>265</c:v>
                </c:pt>
                <c:pt idx="5">
                  <c:v>248</c:v>
                </c:pt>
                <c:pt idx="6">
                  <c:v>220</c:v>
                </c:pt>
                <c:pt idx="7">
                  <c:v>192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</c:v>
                </c:pt>
                <c:pt idx="1">
                  <c:v>63</c:v>
                </c:pt>
                <c:pt idx="2">
                  <c:v>82</c:v>
                </c:pt>
                <c:pt idx="3">
                  <c:v>115</c:v>
                </c:pt>
                <c:pt idx="4">
                  <c:v>230</c:v>
                </c:pt>
                <c:pt idx="5">
                  <c:v>420</c:v>
                </c:pt>
                <c:pt idx="6">
                  <c:v>680</c:v>
                </c:pt>
                <c:pt idx="7">
                  <c:v>990</c:v>
                </c:pt>
                <c:pt idx="8">
                  <c:v>1350</c:v>
                </c:pt>
                <c:pt idx="9">
                  <c:v>1540</c:v>
                </c:pt>
                <c:pt idx="10">
                  <c:v>1380</c:v>
                </c:pt>
                <c:pt idx="11">
                  <c:v>720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 Shows</c:v>
                </c:pt>
              </c:strCache>
            </c:strRef>
          </c:tx>
          <c:spPr>
            <a:solidFill>
              <a:srgbClr val="444444"/>
            </a:solidFill>
            <a:ln w="38100" cap="flat">
              <a:solidFill>
                <a:srgbClr val="44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4444"/>
              </a:solidFill>
              <a:ln w="9525" cap="flat">
                <a:solidFill>
                  <a:srgbClr val="44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</c:v>
                </c:pt>
                <c:pt idx="1">
                  <c:v>22</c:v>
                </c:pt>
                <c:pt idx="2">
                  <c:v>35</c:v>
                </c:pt>
                <c:pt idx="3">
                  <c:v>45</c:v>
                </c:pt>
                <c:pt idx="4">
                  <c:v>90</c:v>
                </c:pt>
                <c:pt idx="5">
                  <c:v>180</c:v>
                </c:pt>
                <c:pt idx="6">
                  <c:v>310</c:v>
                </c:pt>
                <c:pt idx="7">
                  <c:v>480</c:v>
                </c:pt>
                <c:pt idx="8">
                  <c:v>680</c:v>
                </c:pt>
                <c:pt idx="9">
                  <c:v>820</c:v>
                </c:pt>
                <c:pt idx="10">
                  <c:v>740</c:v>
                </c:pt>
                <c:pt idx="11">
                  <c:v>420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5F5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220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A0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D0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AA30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BA0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D60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PG-13</c:v>
                  </c:pt>
                  <c:pt idx="5">
                    <c:v>TV-Y7</c:v>
                  </c:pt>
                  <c:pt idx="6">
                    <c:v>TV-G</c:v>
                  </c:pt>
                  <c:pt idx="7">
                    <c:v>PG</c:v>
                  </c:pt>
                  <c:pt idx="8">
                    <c:v>NR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3207</c:v>
                </c:pt>
                <c:pt idx="1">
                  <c:v>2160</c:v>
                </c:pt>
                <c:pt idx="2">
                  <c:v>863</c:v>
                </c:pt>
                <c:pt idx="3">
                  <c:v>796</c:v>
                </c:pt>
                <c:pt idx="4">
                  <c:v>490</c:v>
                </c:pt>
                <c:pt idx="5">
                  <c:v>334</c:v>
                </c:pt>
                <c:pt idx="6">
                  <c:v>220</c:v>
                </c:pt>
                <c:pt idx="7">
                  <c:v>301</c:v>
                </c:pt>
                <c:pt idx="8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8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005840"/>
            <a:ext cx="1188720" cy="1188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E50914"/>
                </a:solidFill>
              </a:rPr>
              <a:t>NETFLIX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Movie Data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</a:rPr>
              <a:t>Exploratory Data Analysis &amp; Key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</a:rPr>
              <a:t>Python  ·  Pandas  ·  Matplotlib  ·  Seaborn  ·  EDA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8C8C"/>
                </a:solidFill>
              </a:rPr>
              <a:t>This analysis dives into the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8C8C"/>
                </a:solidFill>
              </a:rPr>
              <a:t>Netflix catalog to surface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8C8C"/>
                </a:solidFill>
              </a:rPr>
              <a:t>trends, patterns, and insights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8C8C"/>
                </a:solidFill>
              </a:rPr>
              <a:t>hidden in the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41148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94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196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49040" y="1097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Netflix titles — movies &amp; TV shows with metadata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41148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943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10972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Handle nulls, fix dtypes, deduplicate entries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566160" y="260604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889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5196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EDA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749040" y="32918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Visualize distributions, trends &amp; correlations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0" y="2606040"/>
            <a:ext cx="2560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7889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2788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Insights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583680" y="32918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Answer key business questions from the data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E50914"/>
                </a:solidFill>
              </a:rPr>
              <a:t>DATASET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What's in the Netflix catalog?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65960" cy="1645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196596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1848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8,807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Total Titles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965960" cy="1645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54480"/>
            <a:ext cx="196596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1848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6,131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Movies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965960" cy="1645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54480"/>
            <a:ext cx="196596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1848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2,676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TV Shows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554480"/>
            <a:ext cx="1965960" cy="16459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554480"/>
            <a:ext cx="196596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618488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36%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2651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Missing Director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E50914"/>
                </a:solidFill>
              </a:rPr>
              <a:t>KEY COLUMNS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8C8C"/>
                </a:solidFill>
              </a:rPr>
              <a:t>show_id  ·  type  ·  title  ·  director  ·  cast  ·  country  ·  date_added  ·  release_year  ·  rating  ·  duration  ·  listed_in  ·  description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</a:rPr>
              <a:t>CONTENT TYPE DISTRIBUTION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</a:rPr>
              <a:t>Movies dominate the Netflix library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46304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463040"/>
            <a:ext cx="109728" cy="13716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600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50914"/>
                </a:solidFill>
              </a:rPr>
              <a:t>69.6%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02920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</a:rPr>
              <a:t>Movies  ·  6,131 titles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3154680"/>
            <a:ext cx="3749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3154680"/>
            <a:ext cx="109728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3291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414"/>
                </a:solidFill>
              </a:rPr>
              <a:t>30.4%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0292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</a:rPr>
              <a:t>TV Shows  ·  2,676 titles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</a:rPr>
              <a:t>TOP PRODUCING COUNTRIES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United States leads Netflix content production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</a:rPr>
              <a:t>GROWTH OVER 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4"/>
                </a:solidFill>
              </a:rPr>
              <a:t>Netflix content additions surged 2015–2019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8016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</a:rPr>
              <a:t>CONTENT RATINGS BREAKDOWN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TV-MA content makes up the largest share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E50914"/>
                </a:solidFill>
              </a:rPr>
              <a:t>RATING GUIDE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943600" y="1828800"/>
            <a:ext cx="685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8288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TV-MA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2084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Mature audiences only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395728"/>
            <a:ext cx="685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3957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TV-14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0840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Parents strongly cautioned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2962656"/>
            <a:ext cx="685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96265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TV-PG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29626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Parental guidance suggested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529584"/>
            <a:ext cx="685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52958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0840" y="3529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Restricted (17+)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4096512"/>
            <a:ext cx="685800" cy="38404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40965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PG-13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Parents strongly cautioned (film)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4"/>
                </a:solidFill>
              </a:rPr>
              <a:t>What the data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508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Movies &gt; TV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Nearly 70% of Netflix titles are movies, with TV shows making up the remaining 30%.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3716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361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1508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US Dominates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9659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The United States contributes ~37% of all Netflix content — far ahead of India at ~11%.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3716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3716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361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02552" y="1508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Peak: 2018–2019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19659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Content additions peaked around 2018–2019 before declining, likely due to COVID-19 production halts.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004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649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0392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Mature Content Rules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37947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TV-MA is the most common rating, suggesting Netflix targets adult audiences primarily.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2004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6499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76472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Missing Data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3280" y="37947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Director info is missing for ~36% of titles, making director-based analysis incomplete.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72200" y="3200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3200400"/>
            <a:ext cx="27432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6499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02552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International Growth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09360" y="379476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India, UK, Japan &amp; South Korea have rapidly grown as major content contributors.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645920"/>
            <a:ext cx="1188720" cy="1188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0" y="12801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11680" y="2011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0914"/>
                </a:solidFill>
              </a:rPr>
              <a:t>Netflix Movie Data Analysis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6517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8C8C"/>
                </a:solidFill>
              </a:rPr>
              <a:t>Exploratory analysis performed using Python, Pandas, Matplotlib &amp; Seaborn.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8C8C"/>
                </a:solidFill>
              </a:rPr>
              <a:t>Dataset: Netflix Titles (Kaggle)  ·  Notebook: Rajanya999/Netflix-Data-Science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</a:rPr>
              <a:t>github.com/Rajanya999/Netflix-Data-Science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 Data Analysis</dc:title>
  <dc:subject>PptxGenJS Presentation</dc:subject>
  <dc:creator>PptxGenJS</dc:creator>
  <cp:lastModifiedBy>PptxGenJS</cp:lastModifiedBy>
  <cp:revision>1</cp:revision>
  <dcterms:created xsi:type="dcterms:W3CDTF">2026-05-28T11:52:02Z</dcterms:created>
  <dcterms:modified xsi:type="dcterms:W3CDTF">2026-05-28T11:52:02Z</dcterms:modified>
</cp:coreProperties>
</file>